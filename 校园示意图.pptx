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2" userDrawn="1">
          <p15:clr>
            <a:srgbClr val="A4A3A4"/>
          </p15:clr>
        </p15:guide>
        <p15:guide id="2" pos="37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2"/>
        <p:guide pos="375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65420" y="4573905"/>
            <a:ext cx="1052830" cy="7124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第九教学楼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11955" y="4573905"/>
            <a:ext cx="366395" cy="7118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134985" y="2380615"/>
            <a:ext cx="603885" cy="9709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篮球场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410325" y="2380615"/>
            <a:ext cx="637540" cy="97091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211320" y="3676650"/>
            <a:ext cx="1054100" cy="7131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11320" y="2824480"/>
            <a:ext cx="1053465" cy="5270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思源楼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379720" y="2945765"/>
            <a:ext cx="867410" cy="4057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思源东楼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79720" y="2380615"/>
            <a:ext cx="867410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科学会堂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11320" y="2348865"/>
            <a:ext cx="1054100" cy="40513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11060" y="2380615"/>
            <a:ext cx="816610" cy="970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图书馆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379720" y="3676650"/>
            <a:ext cx="605155" cy="4057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第七教学楼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43930" y="3676650"/>
            <a:ext cx="501650" cy="7137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第五教学楼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379720" y="4114165"/>
            <a:ext cx="605155" cy="27559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821170" y="3676650"/>
            <a:ext cx="1205865" cy="40576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820535" y="4159250"/>
            <a:ext cx="1225550" cy="265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821170" y="4501515"/>
            <a:ext cx="1225550" cy="238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红果园餐厅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821170" y="4816475"/>
            <a:ext cx="1225550" cy="2425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820535" y="5232400"/>
            <a:ext cx="604520" cy="389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252460" y="3676650"/>
            <a:ext cx="1550035" cy="5594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逸夫楼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252460" y="4389755"/>
            <a:ext cx="887730" cy="2749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电气工程楼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252460" y="4784090"/>
            <a:ext cx="887730" cy="2749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机械实验馆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175750" y="4390390"/>
            <a:ext cx="626745" cy="6686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机械楼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0027920" y="3676650"/>
            <a:ext cx="984250" cy="5594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工程训练楼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0027920" y="4389755"/>
            <a:ext cx="1052830" cy="6692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光波楼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211060" y="1567815"/>
            <a:ext cx="816610" cy="5264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18</a:t>
            </a:r>
            <a:r>
              <a:rPr lang="zh-CN" altLang="en-US"/>
              <a:t>宿舍楼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210425" y="882015"/>
            <a:ext cx="816610" cy="5264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学生</a:t>
            </a:r>
            <a:r>
              <a:rPr lang="en-US" altLang="zh-CN"/>
              <a:t>1</a:t>
            </a:r>
            <a:r>
              <a:rPr lang="zh-CN" altLang="en-US"/>
              <a:t>食堂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7210425" y="303530"/>
            <a:ext cx="816610" cy="419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16</a:t>
            </a:r>
            <a:r>
              <a:rPr lang="zh-CN" altLang="en-US"/>
              <a:t>宿舍楼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822950" y="304165"/>
            <a:ext cx="1205230" cy="11042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运输实验馆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230620" y="1650365"/>
            <a:ext cx="817245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第八教学楼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379720" y="1656715"/>
            <a:ext cx="760730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第一教学楼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211320" y="1650365"/>
            <a:ext cx="1078230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第二教学楼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643505" y="304165"/>
            <a:ext cx="1280795" cy="1129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新体育馆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2643505" y="1567815"/>
            <a:ext cx="1281430" cy="5270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网球场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039620" y="355600"/>
            <a:ext cx="501015" cy="17456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篮球场</a:t>
            </a:r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846185" y="2380615"/>
            <a:ext cx="1376680" cy="9137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操场</a:t>
            </a:r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91235" y="355600"/>
            <a:ext cx="945515" cy="17456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操场</a:t>
            </a:r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16205" y="1041400"/>
            <a:ext cx="772160" cy="1054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老体育馆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846070" y="2348865"/>
            <a:ext cx="1078230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计算机中心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2846070" y="2933065"/>
            <a:ext cx="1078230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思源西楼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846070" y="3670300"/>
            <a:ext cx="1078230" cy="2425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校史馆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2846070" y="4340225"/>
            <a:ext cx="1078230" cy="4438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天佑会堂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846070" y="3978275"/>
            <a:ext cx="1078230" cy="2425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积秀园</a:t>
            </a:r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2846070" y="4911090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461770" y="5394960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461770" y="4857115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461770" y="4340225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461770" y="3783965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461770" y="3294380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461770" y="2792730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461770" y="2348865"/>
            <a:ext cx="1078230" cy="3752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414655" y="2298065"/>
            <a:ext cx="868045" cy="15360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学生服务中心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598170" y="3978275"/>
            <a:ext cx="637540" cy="6870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宿舍</a:t>
            </a:r>
            <a:endParaRPr lang="zh-CN" altLang="en-US"/>
          </a:p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>
            <a:off x="82550" y="2286000"/>
            <a:ext cx="711200" cy="35433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 flipV="1">
            <a:off x="793750" y="5829300"/>
            <a:ext cx="3670300" cy="635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4921885" y="5822950"/>
            <a:ext cx="2634615" cy="254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7536815" y="5124450"/>
            <a:ext cx="20320" cy="7239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 flipV="1">
            <a:off x="7556500" y="5149850"/>
            <a:ext cx="3549650" cy="127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1106150" y="3575050"/>
            <a:ext cx="6350" cy="15748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 flipV="1">
            <a:off x="10382250" y="2286000"/>
            <a:ext cx="486410" cy="101536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8046720" y="2317750"/>
            <a:ext cx="2348230" cy="1841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8083550" y="228600"/>
            <a:ext cx="7620" cy="188531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5742305" y="234950"/>
            <a:ext cx="2392680" cy="2603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5746750" y="234950"/>
            <a:ext cx="25400" cy="127635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4165600" y="1466850"/>
            <a:ext cx="1612900" cy="3175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3943985" y="215900"/>
            <a:ext cx="18415" cy="119253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1035050" y="228600"/>
            <a:ext cx="2945765" cy="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>
            <a:off x="38100" y="215900"/>
            <a:ext cx="1009650" cy="81280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63500" y="1028700"/>
            <a:ext cx="19050" cy="102235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直角三角形 72"/>
          <p:cNvSpPr/>
          <p:nvPr/>
        </p:nvSpPr>
        <p:spPr>
          <a:xfrm>
            <a:off x="7213600" y="2901950"/>
            <a:ext cx="457200" cy="444500"/>
          </a:xfrm>
          <a:prstGeom prst="rtTriangl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314450" y="2338070"/>
            <a:ext cx="1828800" cy="2809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143250" y="1411605"/>
            <a:ext cx="5311775" cy="2572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143250" y="3489325"/>
            <a:ext cx="1828800" cy="16579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26225" y="3488690"/>
            <a:ext cx="1828800" cy="16586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55025" y="2338070"/>
            <a:ext cx="1828800" cy="2809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/>
        </p:nvSpPr>
        <p:spPr>
          <a:xfrm>
            <a:off x="3143250" y="872490"/>
            <a:ext cx="1535430" cy="539115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>
            <a:off x="6919595" y="872490"/>
            <a:ext cx="1535430" cy="539115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等腰三角形 12"/>
          <p:cNvSpPr/>
          <p:nvPr/>
        </p:nvSpPr>
        <p:spPr>
          <a:xfrm>
            <a:off x="4678680" y="104775"/>
            <a:ext cx="2240915" cy="130683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382260" y="1921510"/>
            <a:ext cx="833120" cy="20497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22070" y="2346325"/>
            <a:ext cx="1812925" cy="3105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34995" y="3488690"/>
            <a:ext cx="1837055" cy="3105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626225" y="3488690"/>
            <a:ext cx="1837055" cy="3105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455025" y="2338070"/>
            <a:ext cx="1812925" cy="3105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梯形 18"/>
          <p:cNvSpPr/>
          <p:nvPr/>
        </p:nvSpPr>
        <p:spPr>
          <a:xfrm>
            <a:off x="4848225" y="4836795"/>
            <a:ext cx="1902460" cy="31051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379220" y="2877185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379220" y="3399790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379220" y="3922395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463280" y="2877185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463280" y="3399790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463280" y="3922395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188970" y="3983990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188970" y="4506595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699250" y="3922395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699250" y="4445000"/>
            <a:ext cx="1682750" cy="302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486150" y="161988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471035" y="161988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482975" y="208407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467860" y="208407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510915" y="254825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4495800" y="254825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507740" y="301244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492625" y="301244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950075" y="164973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934960" y="164973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946900" y="211391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7931785" y="211391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6974840" y="257810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959725" y="2578100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971665" y="304228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7956550" y="3042285"/>
            <a:ext cx="130175" cy="3670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4972685" y="3963035"/>
            <a:ext cx="1665605" cy="49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图书</a:t>
            </a:r>
            <a:r>
              <a:rPr lang="zh-CN" altLang="en-US">
                <a:solidFill>
                  <a:schemeClr val="tx1"/>
                </a:solidFill>
              </a:rPr>
              <a:t>馆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637405" y="2313940"/>
            <a:ext cx="3127375" cy="291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21580" y="1840230"/>
            <a:ext cx="2352040" cy="47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>
            <a:off x="5021580" y="892810"/>
            <a:ext cx="2352040" cy="939165"/>
          </a:xfrm>
          <a:prstGeom prst="triangl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98390" y="3065145"/>
            <a:ext cx="2605405" cy="1298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983615" y="1872615"/>
            <a:ext cx="5561330" cy="124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77180" y="1872615"/>
            <a:ext cx="6149340" cy="124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143250" y="1872615"/>
            <a:ext cx="6149340" cy="1241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科学会堂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38580" y="3122295"/>
            <a:ext cx="1796415" cy="2074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955290" y="4167505"/>
            <a:ext cx="915035" cy="10045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空心弧 10"/>
          <p:cNvSpPr/>
          <p:nvPr/>
        </p:nvSpPr>
        <p:spPr>
          <a:xfrm rot="10800000">
            <a:off x="2999740" y="3418205"/>
            <a:ext cx="826135" cy="749300"/>
          </a:xfrm>
          <a:prstGeom prst="blockArc">
            <a:avLst>
              <a:gd name="adj1" fmla="val 10701388"/>
              <a:gd name="adj2" fmla="val 118496"/>
              <a:gd name="adj3" fmla="val 48884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292590" y="3122295"/>
            <a:ext cx="1796415" cy="2074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47455" y="4256405"/>
            <a:ext cx="915035" cy="10045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空心弧 16"/>
          <p:cNvSpPr/>
          <p:nvPr/>
        </p:nvSpPr>
        <p:spPr>
          <a:xfrm rot="10800000">
            <a:off x="8891905" y="3507105"/>
            <a:ext cx="826135" cy="749300"/>
          </a:xfrm>
          <a:prstGeom prst="blockArc">
            <a:avLst>
              <a:gd name="adj1" fmla="val 10701388"/>
              <a:gd name="adj2" fmla="val 118496"/>
              <a:gd name="adj3" fmla="val 48884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70325" y="4486275"/>
            <a:ext cx="4980940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直角三角形 21"/>
          <p:cNvSpPr/>
          <p:nvPr/>
        </p:nvSpPr>
        <p:spPr>
          <a:xfrm rot="16200000">
            <a:off x="1962785" y="4204335"/>
            <a:ext cx="710565" cy="1273810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直角三角形 22"/>
          <p:cNvSpPr/>
          <p:nvPr/>
        </p:nvSpPr>
        <p:spPr>
          <a:xfrm>
            <a:off x="9766300" y="4478020"/>
            <a:ext cx="1130935" cy="694055"/>
          </a:xfrm>
          <a:prstGeom prst="rtTriangl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000500" y="3367405"/>
            <a:ext cx="4719955" cy="11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854575" y="762000"/>
            <a:ext cx="1763395" cy="32664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21580" y="1023620"/>
            <a:ext cx="1429385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021580" y="1771015"/>
            <a:ext cx="1429385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21580" y="2518410"/>
            <a:ext cx="1429385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021580" y="3265805"/>
            <a:ext cx="1429385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854575" y="4028440"/>
            <a:ext cx="1762760" cy="367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851400" y="4397375"/>
            <a:ext cx="85725" cy="6064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191125" y="4396105"/>
            <a:ext cx="85725" cy="6064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梯形 11"/>
          <p:cNvSpPr/>
          <p:nvPr/>
        </p:nvSpPr>
        <p:spPr>
          <a:xfrm>
            <a:off x="4761230" y="5002530"/>
            <a:ext cx="1958975" cy="295910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191885" y="4397375"/>
            <a:ext cx="85725" cy="6064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531610" y="4396105"/>
            <a:ext cx="85725" cy="6064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375275" y="4537075"/>
            <a:ext cx="711200" cy="4603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566545" y="2052320"/>
            <a:ext cx="3600450" cy="27908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57470" y="2052320"/>
            <a:ext cx="847725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157470" y="2522220"/>
            <a:ext cx="847725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166995" y="2992120"/>
            <a:ext cx="847725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66995" y="3462020"/>
            <a:ext cx="847725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157470" y="3931920"/>
            <a:ext cx="847725" cy="190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157470" y="2052320"/>
            <a:ext cx="508000" cy="27914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014720" y="2052320"/>
            <a:ext cx="337185" cy="207073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673725" y="4105275"/>
            <a:ext cx="2234565" cy="1905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346190" y="2052955"/>
            <a:ext cx="1562100" cy="2052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157470" y="1773555"/>
            <a:ext cx="516255" cy="2787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660765" y="4295775"/>
            <a:ext cx="2855595" cy="3835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157470" y="1582420"/>
            <a:ext cx="1188085" cy="1905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660765" y="4300220"/>
            <a:ext cx="175895" cy="3848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916545" y="2446655"/>
            <a:ext cx="3600450" cy="18491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087485" y="2617470"/>
            <a:ext cx="1003935" cy="16776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208770" y="2167890"/>
            <a:ext cx="706120" cy="2787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梯形 19"/>
          <p:cNvSpPr/>
          <p:nvPr/>
        </p:nvSpPr>
        <p:spPr>
          <a:xfrm>
            <a:off x="5621020" y="4685030"/>
            <a:ext cx="1447800" cy="158750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梯形 20"/>
          <p:cNvSpPr/>
          <p:nvPr/>
        </p:nvSpPr>
        <p:spPr>
          <a:xfrm>
            <a:off x="8580120" y="4685030"/>
            <a:ext cx="2999740" cy="159385"/>
          </a:xfrm>
          <a:prstGeom prst="trapezoi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262745" y="4295140"/>
            <a:ext cx="175895" cy="3848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943465" y="4301490"/>
            <a:ext cx="175895" cy="3848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0624185" y="4301490"/>
            <a:ext cx="175895" cy="3848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1341100" y="4301490"/>
            <a:ext cx="175895" cy="3848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599555" y="4295775"/>
            <a:ext cx="1228090" cy="5480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研究生</a:t>
            </a:r>
            <a:r>
              <a:rPr lang="zh-CN" altLang="en-US"/>
              <a:t>院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071860" y="2522220"/>
            <a:ext cx="3238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逸夫</a:t>
            </a:r>
            <a:r>
              <a:rPr lang="zh-CN" altLang="en-US"/>
              <a:t>教学楼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673725" y="4295140"/>
            <a:ext cx="925195" cy="1587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0091420" y="3931920"/>
            <a:ext cx="1425575" cy="3625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3128645" y="1468120"/>
            <a:ext cx="6332220" cy="384492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287645" y="4994275"/>
            <a:ext cx="2756535" cy="3359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48505" y="159321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546600" y="20199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48505" y="1593215"/>
            <a:ext cx="885190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66920" y="23755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66920" y="27311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566920" y="30867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550410" y="34423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551045" y="385127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46600" y="426021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845685" y="1293495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16200000">
            <a:off x="6174105" y="-2001520"/>
            <a:ext cx="241300" cy="6332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28645" y="1242695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460865" y="1468755"/>
            <a:ext cx="2185670" cy="38436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9719945" y="1521460"/>
            <a:ext cx="443865" cy="3289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719945" y="1934210"/>
            <a:ext cx="450215" cy="307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719945" y="2333625"/>
            <a:ext cx="454025" cy="3162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718040" y="2745740"/>
            <a:ext cx="455295" cy="3155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9721850" y="3153410"/>
            <a:ext cx="443865" cy="3289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721850" y="3566160"/>
            <a:ext cx="450215" cy="307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721850" y="3965575"/>
            <a:ext cx="454025" cy="3162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9719945" y="4377690"/>
            <a:ext cx="455295" cy="3155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0614660" y="1521460"/>
            <a:ext cx="443865" cy="3289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0614660" y="1934210"/>
            <a:ext cx="450215" cy="307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0614660" y="2333625"/>
            <a:ext cx="454025" cy="3162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0612755" y="2745740"/>
            <a:ext cx="455295" cy="3155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0616565" y="3153410"/>
            <a:ext cx="443865" cy="3289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616565" y="3566160"/>
            <a:ext cx="450215" cy="3079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616565" y="3965575"/>
            <a:ext cx="454025" cy="3162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0614660" y="4377690"/>
            <a:ext cx="455295" cy="3155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2150110" y="3295015"/>
            <a:ext cx="1688465" cy="72898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2390140" y="3482340"/>
            <a:ext cx="123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2640330" y="3482340"/>
            <a:ext cx="123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2894330" y="3482340"/>
            <a:ext cx="123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3128645" y="3482340"/>
            <a:ext cx="123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3369945" y="3482340"/>
            <a:ext cx="123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3576320" y="3482340"/>
            <a:ext cx="123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938655" y="3998595"/>
            <a:ext cx="2046605" cy="191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938655" y="4530090"/>
            <a:ext cx="2046605" cy="1917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2150110" y="4190365"/>
            <a:ext cx="1688465" cy="33972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1946910" y="4131310"/>
            <a:ext cx="199390" cy="12071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2146300" y="4721860"/>
            <a:ext cx="1688465" cy="6076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3785870" y="4190365"/>
            <a:ext cx="199390" cy="12071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2330450" y="4993640"/>
            <a:ext cx="1316990" cy="3105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2607945" y="428180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5520055" y="159258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5518150" y="201930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5520055" y="1592580"/>
            <a:ext cx="885190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5538470" y="237490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5538470" y="273050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5538470" y="308610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5521960" y="344170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5522595" y="385064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5518150" y="4259580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5817235" y="1292860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6486525" y="158432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6484620" y="20110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6486525" y="1584325"/>
            <a:ext cx="885190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6504940" y="23666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6504940" y="27222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6504940" y="30778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6488430" y="34334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6489065" y="384238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6484620" y="425132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6783705" y="1284605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7505700" y="159321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7503795" y="20199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7505700" y="1593215"/>
            <a:ext cx="885190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7524115" y="23755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7524115" y="27311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7524115" y="30867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7507605" y="34423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7508240" y="385127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矩形 110"/>
          <p:cNvSpPr/>
          <p:nvPr/>
        </p:nvSpPr>
        <p:spPr>
          <a:xfrm>
            <a:off x="7503795" y="426021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>
            <a:off x="7802880" y="1293495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矩形 122"/>
          <p:cNvSpPr/>
          <p:nvPr/>
        </p:nvSpPr>
        <p:spPr>
          <a:xfrm>
            <a:off x="8528685" y="158432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矩形 123"/>
          <p:cNvSpPr/>
          <p:nvPr/>
        </p:nvSpPr>
        <p:spPr>
          <a:xfrm>
            <a:off x="8526780" y="20110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矩形 124"/>
          <p:cNvSpPr/>
          <p:nvPr/>
        </p:nvSpPr>
        <p:spPr>
          <a:xfrm>
            <a:off x="8528685" y="1584325"/>
            <a:ext cx="885190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矩形 125"/>
          <p:cNvSpPr/>
          <p:nvPr/>
        </p:nvSpPr>
        <p:spPr>
          <a:xfrm>
            <a:off x="8547100" y="23666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矩形 126"/>
          <p:cNvSpPr/>
          <p:nvPr/>
        </p:nvSpPr>
        <p:spPr>
          <a:xfrm>
            <a:off x="8547100" y="27222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矩形 127"/>
          <p:cNvSpPr/>
          <p:nvPr/>
        </p:nvSpPr>
        <p:spPr>
          <a:xfrm>
            <a:off x="8547100" y="30778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矩形 128"/>
          <p:cNvSpPr/>
          <p:nvPr/>
        </p:nvSpPr>
        <p:spPr>
          <a:xfrm>
            <a:off x="8530590" y="343344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8531225" y="384238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8526780" y="425132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8825865" y="1284605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矩形 132"/>
          <p:cNvSpPr/>
          <p:nvPr/>
        </p:nvSpPr>
        <p:spPr>
          <a:xfrm>
            <a:off x="3599815" y="159321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3597910" y="20199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矩形 134"/>
          <p:cNvSpPr/>
          <p:nvPr/>
        </p:nvSpPr>
        <p:spPr>
          <a:xfrm>
            <a:off x="3599815" y="1593215"/>
            <a:ext cx="885190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矩形 135"/>
          <p:cNvSpPr/>
          <p:nvPr/>
        </p:nvSpPr>
        <p:spPr>
          <a:xfrm>
            <a:off x="3618230" y="23755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052570" y="4507230"/>
            <a:ext cx="5296535" cy="332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C000"/>
                </a:solidFill>
              </a:rPr>
              <a:t>机械工程楼</a:t>
            </a:r>
            <a:endParaRPr lang="zh-CN" altLang="en-US">
              <a:solidFill>
                <a:srgbClr val="FFC000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618230" y="2731135"/>
            <a:ext cx="885190" cy="2698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3985260" y="1242695"/>
            <a:ext cx="241300" cy="40195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1849120" y="2649855"/>
            <a:ext cx="2356485" cy="648970"/>
          </a:xfrm>
          <a:prstGeom prst="triangl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99820" y="1795145"/>
            <a:ext cx="10239375" cy="19335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29385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1986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19860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42938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419860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41986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529840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51206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516505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51650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502535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50698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620135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61061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610610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2013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610610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61061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720590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70281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707255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70725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693285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69773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5796915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78739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787390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79691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787390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78739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6897370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87959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6884035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688403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870065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87451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7947660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7938135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7938135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7947660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938135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7938135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9048115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9030335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9034780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034780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020810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025255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181590" y="200469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163810" y="196659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0168255" y="247650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10168255" y="2859405"/>
            <a:ext cx="666750" cy="5810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10154285" y="2821305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10158730" y="3331210"/>
            <a:ext cx="676275" cy="109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581660" y="2341880"/>
            <a:ext cx="524510" cy="482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直角三角形 63"/>
          <p:cNvSpPr/>
          <p:nvPr/>
        </p:nvSpPr>
        <p:spPr>
          <a:xfrm rot="16200000">
            <a:off x="662940" y="3291840"/>
            <a:ext cx="399415" cy="474345"/>
          </a:xfrm>
          <a:prstGeom prst="rt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11339195" y="2227580"/>
            <a:ext cx="524510" cy="482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直角三角形 71"/>
          <p:cNvSpPr/>
          <p:nvPr/>
        </p:nvSpPr>
        <p:spPr>
          <a:xfrm>
            <a:off x="11339195" y="3291840"/>
            <a:ext cx="524510" cy="436880"/>
          </a:xfrm>
          <a:prstGeom prst="rt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4772660" y="1649095"/>
            <a:ext cx="2395220" cy="28219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5090795" y="2166620"/>
            <a:ext cx="1790700" cy="230441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20" h="3958">
                <a:moveTo>
                  <a:pt x="0" y="0"/>
                </a:moveTo>
                <a:lnTo>
                  <a:pt x="2820" y="0"/>
                </a:lnTo>
                <a:lnTo>
                  <a:pt x="2820" y="1215"/>
                </a:lnTo>
                <a:lnTo>
                  <a:pt x="2820" y="1290"/>
                </a:lnTo>
                <a:lnTo>
                  <a:pt x="2820" y="3957"/>
                </a:lnTo>
                <a:lnTo>
                  <a:pt x="2285" y="3957"/>
                </a:lnTo>
                <a:lnTo>
                  <a:pt x="2285" y="1290"/>
                </a:lnTo>
                <a:lnTo>
                  <a:pt x="535" y="1290"/>
                </a:lnTo>
                <a:lnTo>
                  <a:pt x="535" y="3958"/>
                </a:lnTo>
                <a:lnTo>
                  <a:pt x="1" y="3958"/>
                </a:lnTo>
                <a:lnTo>
                  <a:pt x="1" y="1290"/>
                </a:lnTo>
                <a:lnTo>
                  <a:pt x="0" y="12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229225" y="2428875"/>
            <a:ext cx="1652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字体插入</a:t>
            </a:r>
            <a:r>
              <a:rPr lang="zh-CN" altLang="en-US"/>
              <a:t>位置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434330" y="2907665"/>
            <a:ext cx="1104265" cy="8223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1506855" y="1173480"/>
            <a:ext cx="2868295" cy="332803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7" h="5241">
                <a:moveTo>
                  <a:pt x="0" y="0"/>
                </a:moveTo>
                <a:lnTo>
                  <a:pt x="4512" y="0"/>
                </a:lnTo>
                <a:lnTo>
                  <a:pt x="4512" y="4193"/>
                </a:lnTo>
                <a:lnTo>
                  <a:pt x="4517" y="4193"/>
                </a:lnTo>
                <a:lnTo>
                  <a:pt x="4517" y="5227"/>
                </a:lnTo>
                <a:lnTo>
                  <a:pt x="4110" y="5227"/>
                </a:lnTo>
                <a:lnTo>
                  <a:pt x="4110" y="4207"/>
                </a:lnTo>
                <a:lnTo>
                  <a:pt x="407" y="4207"/>
                </a:lnTo>
                <a:lnTo>
                  <a:pt x="407" y="5241"/>
                </a:lnTo>
                <a:lnTo>
                  <a:pt x="0" y="5241"/>
                </a:lnTo>
                <a:lnTo>
                  <a:pt x="0" y="42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>
            <a:off x="7565390" y="1173480"/>
            <a:ext cx="2868295" cy="3328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7" h="5241">
                <a:moveTo>
                  <a:pt x="0" y="0"/>
                </a:moveTo>
                <a:lnTo>
                  <a:pt x="4512" y="0"/>
                </a:lnTo>
                <a:lnTo>
                  <a:pt x="4512" y="4193"/>
                </a:lnTo>
                <a:lnTo>
                  <a:pt x="4517" y="4193"/>
                </a:lnTo>
                <a:lnTo>
                  <a:pt x="4517" y="5227"/>
                </a:lnTo>
                <a:lnTo>
                  <a:pt x="4110" y="5227"/>
                </a:lnTo>
                <a:lnTo>
                  <a:pt x="4110" y="4207"/>
                </a:lnTo>
                <a:lnTo>
                  <a:pt x="407" y="4207"/>
                </a:lnTo>
                <a:lnTo>
                  <a:pt x="407" y="5241"/>
                </a:lnTo>
                <a:lnTo>
                  <a:pt x="0" y="5241"/>
                </a:lnTo>
                <a:lnTo>
                  <a:pt x="0" y="420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359275" y="1641475"/>
            <a:ext cx="406400" cy="28384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158990" y="1663065"/>
            <a:ext cx="406400" cy="28384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0433685" y="1173480"/>
            <a:ext cx="473075" cy="33280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33780" y="1173480"/>
            <a:ext cx="473075" cy="33280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梯形 33"/>
          <p:cNvSpPr/>
          <p:nvPr/>
        </p:nvSpPr>
        <p:spPr>
          <a:xfrm>
            <a:off x="5347970" y="4309110"/>
            <a:ext cx="1295400" cy="161925"/>
          </a:xfrm>
          <a:prstGeom prst="trapezoid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4351655" y="1151890"/>
            <a:ext cx="3204210" cy="499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729740" y="133540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368040" y="133540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729740" y="168656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3368040" y="168656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729740" y="207772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368040" y="207772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729740" y="242887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368040" y="242887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729740" y="282003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368040" y="282003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729740" y="317119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368040" y="317119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7811770" y="137096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450070" y="137096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7811770" y="172212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9450070" y="172212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7811770" y="211328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450070" y="211328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7811770" y="246443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450070" y="246443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7811770" y="285559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9450070" y="2855595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7811770" y="320675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450070" y="320675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746885" y="3823335"/>
            <a:ext cx="2380615" cy="690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037080" y="405638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3229610" y="405638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7811770" y="3823335"/>
            <a:ext cx="2380615" cy="690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8101965" y="405638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9294495" y="4056380"/>
            <a:ext cx="666115" cy="2241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1039495" y="3582035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1033780" y="2653030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1033780" y="1819275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4375150" y="3573780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4369435" y="2644775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4369435" y="1811020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7340600" y="3573780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7334885" y="2644775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7334885" y="1811020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10433685" y="3582035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10427970" y="2653030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10427970" y="1819275"/>
            <a:ext cx="224790" cy="4826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3"/>
          <p:cNvSpPr/>
          <p:nvPr/>
        </p:nvSpPr>
        <p:spPr>
          <a:xfrm>
            <a:off x="4524375" y="3286760"/>
            <a:ext cx="1983105" cy="841375"/>
          </a:xfrm>
          <a:prstGeom prst="triangle">
            <a:avLst>
              <a:gd name="adj" fmla="val 5065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连接符 4"/>
          <p:cNvCxnSpPr>
            <a:endCxn id="4" idx="0"/>
          </p:cNvCxnSpPr>
          <p:nvPr/>
        </p:nvCxnSpPr>
        <p:spPr>
          <a:xfrm>
            <a:off x="5527675" y="525780"/>
            <a:ext cx="1270" cy="2760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531995" y="4135755"/>
            <a:ext cx="2005330" cy="12763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532120" y="511810"/>
            <a:ext cx="1009650" cy="749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4558030" y="516255"/>
            <a:ext cx="950595" cy="770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4512945" y="1278255"/>
            <a:ext cx="61595" cy="28479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6527800" y="1261110"/>
            <a:ext cx="22225" cy="2846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WPS 演示</Application>
  <PresentationFormat>宽屏</PresentationFormat>
  <Paragraphs>144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匹夫</cp:lastModifiedBy>
  <cp:revision>171</cp:revision>
  <dcterms:created xsi:type="dcterms:W3CDTF">2019-06-19T02:08:00Z</dcterms:created>
  <dcterms:modified xsi:type="dcterms:W3CDTF">2026-09-29T07:00:26Z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76CEABAB83C04E9289BED83F479439D3_11</vt:lpwstr>
  </property>
</Properties>
</file>